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62" r:id="rId11"/>
    <p:sldId id="288" r:id="rId12"/>
    <p:sldId id="283" r:id="rId13"/>
    <p:sldId id="287" r:id="rId14"/>
    <p:sldId id="289" r:id="rId15"/>
    <p:sldId id="290" r:id="rId16"/>
    <p:sldId id="268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7511" y="2912364"/>
            <a:ext cx="7077456" cy="1243584"/>
          </a:xfrm>
        </p:spPr>
        <p:txBody>
          <a:bodyPr/>
          <a:lstStyle/>
          <a:p>
            <a:pPr algn="ctr"/>
            <a:r>
              <a:rPr lang="en-US" sz="5400" dirty="0"/>
              <a:t>DESIGNING A PROCESSOR FOR A SMALL EMBEDDED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386" y="4688258"/>
            <a:ext cx="8498694" cy="1934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                COAL-CS226 SEMESTER PROJECT</a:t>
            </a:r>
          </a:p>
          <a:p>
            <a:pPr marL="0" indent="0">
              <a:buNone/>
            </a:pPr>
            <a:r>
              <a:rPr lang="en-US" sz="1400" b="1" dirty="0"/>
              <a:t>GROUP MEMBERS: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HUSSAIN ALI – 232095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SARDAR AHMAD ALI - 232147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99" y="973183"/>
            <a:ext cx="7781544" cy="859055"/>
          </a:xfrm>
        </p:spPr>
        <p:txBody>
          <a:bodyPr/>
          <a:lstStyle/>
          <a:p>
            <a:r>
              <a:rPr lang="en-US" sz="4800" dirty="0"/>
              <a:t>TABLE OF CONTENTS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899" y="2155371"/>
            <a:ext cx="7469087" cy="41597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PATH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IMPLEMENTATION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WORKING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99" y="698863"/>
            <a:ext cx="7781544" cy="859055"/>
          </a:xfrm>
        </p:spPr>
        <p:txBody>
          <a:bodyPr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899" y="1557918"/>
            <a:ext cx="8024512" cy="3810916"/>
          </a:xfrm>
        </p:spPr>
        <p:txBody>
          <a:bodyPr/>
          <a:lstStyle/>
          <a:p>
            <a:r>
              <a:rPr lang="en-US" dirty="0"/>
              <a:t>This project focuses on the exploration, creation, and development of a simplified processor architecture customized for use in an embedded system, such as a digital calculator. The objective is to design a processor capable of executing fundamental arithmetic operations (addition, subtraction, multiplication, and division) and logical functions (AND, OR). The design process will incorporate a detailed block diagram of the processor architecture, illustrating key components like the Arithmetic Logic Unit (ALU), control unit, registers, memory, and input/output interfaces. These interfaces will enable interaction with input devices, such as a keypad, and output devices, like an LED or LCD display.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dirty="0"/>
              <a:t>DESIGNING A PROCESSOR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b="1" dirty="0"/>
              <a:t>Control Unit (CU):</a:t>
            </a:r>
            <a:r>
              <a:rPr lang="en-US" dirty="0"/>
              <a:t> </a:t>
            </a:r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Coordinates and controls the execution of instructions.</a:t>
            </a:r>
          </a:p>
          <a:p>
            <a:r>
              <a:rPr lang="en-US" b="1" dirty="0"/>
              <a:t>Arithmetic Logic Unit (ALU):</a:t>
            </a:r>
            <a:r>
              <a:rPr lang="en-US" dirty="0"/>
              <a:t> </a:t>
            </a:r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Performs arithmetic operations (add, subtract, multiply, divide) and logical operations (AND, OR).</a:t>
            </a:r>
          </a:p>
          <a:p>
            <a:pPr lvl="0"/>
            <a:r>
              <a:rPr lang="en-US" b="1" dirty="0"/>
              <a:t>Registers:</a:t>
            </a:r>
            <a:r>
              <a:rPr lang="en-US" dirty="0"/>
              <a:t> </a:t>
            </a:r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Temporary storage locations for holding operands and results.</a:t>
            </a:r>
          </a:p>
          <a:p>
            <a:pPr lvl="0"/>
            <a:r>
              <a:rPr lang="en-US" b="1" dirty="0"/>
              <a:t>Memory Unit:</a:t>
            </a:r>
            <a:r>
              <a:rPr lang="en-US" dirty="0"/>
              <a:t> </a:t>
            </a:r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Includes RAM for program/data storage and ROM for fixed logic storage.</a:t>
            </a:r>
          </a:p>
          <a:p>
            <a:r>
              <a:rPr lang="en-US" b="1" dirty="0" err="1"/>
              <a:t>Input/Output</a:t>
            </a:r>
            <a:r>
              <a:rPr lang="en-US" b="1" dirty="0"/>
              <a:t> (I/O) Units:</a:t>
            </a:r>
            <a:r>
              <a:rPr lang="en-US" dirty="0"/>
              <a:t> </a:t>
            </a:r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Facilitate communication with external devices such as keypads and displays.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BLOCK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5" t="6136" r="10272" b="10683"/>
          <a:stretch/>
        </p:blipFill>
        <p:spPr bwMode="auto">
          <a:xfrm>
            <a:off x="3393122" y="1944003"/>
            <a:ext cx="5039995" cy="3616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BUS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74" t="4631" r="22633" b="2863"/>
          <a:stretch/>
        </p:blipFill>
        <p:spPr bwMode="auto">
          <a:xfrm>
            <a:off x="3531870" y="1554072"/>
            <a:ext cx="5039360" cy="47610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389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DATA PATH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4" name="Picture 2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" t="6054" r="6274" b="2428"/>
          <a:stretch/>
        </p:blipFill>
        <p:spPr bwMode="auto">
          <a:xfrm>
            <a:off x="3185795" y="1809341"/>
            <a:ext cx="5731510" cy="4284345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/>
              <a:t>INSTRUCTION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977" y="2290603"/>
            <a:ext cx="7457408" cy="296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0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CODE</a:t>
            </a:r>
          </a:p>
        </p:txBody>
      </p:sp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63" y="1269822"/>
            <a:ext cx="4483072" cy="47155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269822"/>
            <a:ext cx="4535319" cy="474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CODE</a:t>
            </a:r>
          </a:p>
        </p:txBody>
      </p:sp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22" y="1384732"/>
            <a:ext cx="4715533" cy="4515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022" y="1384732"/>
            <a:ext cx="4953691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8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CODE</a:t>
            </a:r>
          </a:p>
        </p:txBody>
      </p:sp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46" y="1460656"/>
            <a:ext cx="4629796" cy="45726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718" y="1460656"/>
            <a:ext cx="4773442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dirty="0"/>
              <a:t>WORKING OF CODE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Displays a prompt for two numbers and an operation code. </a:t>
            </a:r>
          </a:p>
          <a:p>
            <a:pPr lvl="0"/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Reads and stores the numbers and operation code in registers. </a:t>
            </a:r>
          </a:p>
          <a:p>
            <a:pPr lvl="0"/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Compares the operation code to determine the required operation. </a:t>
            </a:r>
          </a:p>
          <a:p>
            <a:pPr lvl="0"/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Executes the selected operation (ADD, SUB, MUL, DIV, AND, OR). </a:t>
            </a:r>
          </a:p>
          <a:p>
            <a:pPr lvl="0"/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Handles errors like invalid operations or division by zero. </a:t>
            </a:r>
          </a:p>
          <a:p>
            <a:pPr lvl="0"/>
            <a:r>
              <a:rPr lang="en-US" spc="3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Displays the result or error message and exits on the `EXIT` code.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5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70" y="529046"/>
            <a:ext cx="4945598" cy="1243584"/>
          </a:xfrm>
        </p:spPr>
        <p:txBody>
          <a:bodyPr/>
          <a:lstStyle/>
          <a:p>
            <a:r>
              <a:rPr lang="en-US" sz="4800" dirty="0"/>
              <a:t>CONCLUSION</a:t>
            </a:r>
            <a:endParaRPr lang="en-GB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547270" y="1772630"/>
            <a:ext cx="7458892" cy="2144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</a:pPr>
            <a:r>
              <a:rPr lang="en-US" sz="1600" spc="300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This project successfully demonstrates the design and implementation of a processor for a basic calculator. The architecture efficiently handles arithmetic and logical operations, meeting the project’s objectives. The assembly language implementation and simulations validate the feasibility of this design for embedded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87893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417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Trade Gothic LT Pro</vt:lpstr>
      <vt:lpstr>Arial</vt:lpstr>
      <vt:lpstr>Calibri</vt:lpstr>
      <vt:lpstr>Trebuchet MS</vt:lpstr>
      <vt:lpstr>Office Theme</vt:lpstr>
      <vt:lpstr>DESIGNING A PROCESSOR FOR A SMALL EMBEDDED SYSTEM</vt:lpstr>
      <vt:lpstr>TABLE OF CONTENTS</vt:lpstr>
      <vt:lpstr>INTRODUCTION</vt:lpstr>
      <vt:lpstr>DESIGNING A PROCESSOR</vt:lpstr>
      <vt:lpstr>BLOCK DIAGRAM</vt:lpstr>
      <vt:lpstr>BUS ARCHITECTURE</vt:lpstr>
      <vt:lpstr>DATA PATH DIAGRAM</vt:lpstr>
      <vt:lpstr>INSTRUCTION SET</vt:lpstr>
      <vt:lpstr>IMPLEMENTATION OF CODE</vt:lpstr>
      <vt:lpstr>IMPLEMENTATION OF CODE</vt:lpstr>
      <vt:lpstr>IMPLEMENTATION OF CODE</vt:lpstr>
      <vt:lpstr>WORKING OF CODE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2025-01-05T17:51:09Z</dcterms:created>
  <dcterms:modified xsi:type="dcterms:W3CDTF">2026-05-14T16:38:14Z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